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-914400"/>
            <a:ext cx="4754880" cy="475488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029200"/>
            <a:ext cx="2926080" cy="2926080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13232"/>
            <a:ext cx="2432304" cy="347472"/>
          </a:xfrm>
          <a:prstGeom prst="roundRect">
            <a:avLst>
              <a:gd name="adj" fmla="val 42105"/>
            </a:avLst>
          </a:prstGeom>
          <a:solidFill>
            <a:srgbClr val="DEF6E9"/>
          </a:solidFill>
          <a:ln w="12700">
            <a:solidFill>
              <a:srgbClr val="DEF6E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78638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444752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777240" y="2496312"/>
            <a:ext cx="713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 Informasi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Lowongan Pekerjaan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4224528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Solusi digital untuk membantu pengguna mencari informasi kesempatan kerja melalui perangkat Android.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75320" y="969264"/>
            <a:ext cx="2862072" cy="4782312"/>
          </a:xfrm>
          <a:prstGeom prst="roundRect">
            <a:avLst>
              <a:gd name="adj" fmla="val 11182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66760" y="1060704"/>
            <a:ext cx="2679192" cy="4599432"/>
          </a:xfrm>
          <a:prstGeom prst="roundRect">
            <a:avLst>
              <a:gd name="adj" fmla="val 9556"/>
            </a:avLst>
          </a:prstGeom>
          <a:solidFill>
            <a:srgbClr val="FCFBFF"/>
          </a:solidFill>
          <a:ln w="12700">
            <a:solidFill>
              <a:srgbClr val="FCFB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77045" y="1078992"/>
            <a:ext cx="858622" cy="109728"/>
          </a:xfrm>
          <a:prstGeom prst="roundRect">
            <a:avLst>
              <a:gd name="adj" fmla="val 50000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0496" y="13990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40496" y="1792224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Temukan peluangmu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40496" y="2194560"/>
            <a:ext cx="2331720" cy="429768"/>
          </a:xfrm>
          <a:prstGeom prst="roundRect">
            <a:avLst>
              <a:gd name="adj" fmla="val 38298"/>
            </a:avLst>
          </a:prstGeom>
          <a:solidFill>
            <a:srgbClr val="F0EEF9"/>
          </a:solidFill>
          <a:ln w="12700">
            <a:solidFill>
              <a:srgbClr val="F0EEF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232257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Cari posisi pekerjaan...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40496" y="2825496"/>
            <a:ext cx="2331720" cy="521208"/>
          </a:xfrm>
          <a:prstGeom prst="roundRect">
            <a:avLst>
              <a:gd name="adj" fmla="val 31579"/>
            </a:avLst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05088" y="29535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Lowongan untuk kamu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40496" y="3520440"/>
            <a:ext cx="2331720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8512" y="3630168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40496" y="4059936"/>
            <a:ext cx="2331720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68512" y="416966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Operasional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40496" y="4599432"/>
            <a:ext cx="2331720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68512" y="4709160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APP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731520"/>
            <a:ext cx="3108960" cy="310896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5760720"/>
            <a:ext cx="2011680" cy="2011680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PENDAHULUAN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Latar Belakang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41732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Kebutuhan akses informasi pekerjaan yang praktis dan mudah digunakan.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3968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" y="2148840"/>
            <a:ext cx="3502152" cy="3474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50008"/>
            <a:ext cx="612648" cy="612648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459736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081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tersebar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511296"/>
            <a:ext cx="30632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 kerja kerap perlu menelusuri berbagai sumber untuk menemukan peluang yang relevan.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148840"/>
            <a:ext cx="3502152" cy="3474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2350008"/>
            <a:ext cx="612648" cy="612648"/>
          </a:xfrm>
          <a:prstGeom prst="ellipse">
            <a:avLst/>
          </a:prstGeom>
          <a:solidFill>
            <a:srgbClr val="E4F3FF"/>
          </a:solidFill>
          <a:ln w="12700">
            <a:solidFill>
              <a:srgbClr val="E4F3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2459736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62856" y="3081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Akses via smartphone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62856" y="3511296"/>
            <a:ext cx="30632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 Android mempermudah penelusuran informasi pekerjaan langsung dari ponsel.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83296" y="2148840"/>
            <a:ext cx="3502152" cy="3474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2752" y="2350008"/>
            <a:ext cx="612648" cy="612648"/>
          </a:xfrm>
          <a:prstGeom prst="ellipse">
            <a:avLst/>
          </a:prstGeom>
          <a:solidFill>
            <a:srgbClr val="DEF6E9"/>
          </a:solidFill>
          <a:ln w="12700">
            <a:solidFill>
              <a:srgbClr val="DEF6E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2459736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02752" y="3081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Pengalaman pengguna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02752" y="3511296"/>
            <a:ext cx="30632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Tampilan sederhana, navigasi jelas, dan pencarian membantu eksplorasi lowongan.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731520"/>
            <a:ext cx="3108960" cy="310896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5760720"/>
            <a:ext cx="2011680" cy="2011680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SOLUSI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Mengenal LokerKu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41732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 Android dengan alur autentikasi, daftar lowongan, pencarian, dan pengelolaan profil.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3968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048256"/>
            <a:ext cx="6492240" cy="3575304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414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 UTAMA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2898648"/>
            <a:ext cx="58887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Membuat proses menemukan informasi lowongan kerja menjadi lebih terpusat, mudah diakses, dan nyaman digunakan.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32688" y="4764024"/>
            <a:ext cx="1426464" cy="347472"/>
          </a:xfrm>
          <a:prstGeom prst="roundRect">
            <a:avLst>
              <a:gd name="adj" fmla="val 42105"/>
            </a:avLst>
          </a:prstGeom>
          <a:solidFill>
            <a:srgbClr val="E4F3FF"/>
          </a:solidFill>
          <a:ln w="12700">
            <a:solidFill>
              <a:srgbClr val="E4F3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483717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96312" y="4764024"/>
            <a:ext cx="1527048" cy="347472"/>
          </a:xfrm>
          <a:prstGeom prst="roundRect">
            <a:avLst>
              <a:gd name="adj" fmla="val 42105"/>
            </a:avLst>
          </a:prstGeom>
          <a:solidFill>
            <a:srgbClr val="DEF6E9"/>
          </a:solidFill>
          <a:ln w="12700">
            <a:solidFill>
              <a:srgbClr val="DEF6E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4837176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friendly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4764024"/>
            <a:ext cx="1252728" cy="347472"/>
          </a:xfrm>
          <a:prstGeom prst="roundRect">
            <a:avLst>
              <a:gd name="adj" fmla="val 42105"/>
            </a:avLst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4837176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66176" y="1947672"/>
            <a:ext cx="2651760" cy="4187952"/>
          </a:xfrm>
          <a:prstGeom prst="roundRect">
            <a:avLst>
              <a:gd name="adj" fmla="val 12069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7616" y="2039112"/>
            <a:ext cx="2468880" cy="4005072"/>
          </a:xfrm>
          <a:prstGeom prst="roundRect">
            <a:avLst>
              <a:gd name="adj" fmla="val 10370"/>
            </a:avLst>
          </a:prstGeom>
          <a:solidFill>
            <a:srgbClr val="FCFBFF"/>
          </a:solidFill>
          <a:ln w="12700">
            <a:solidFill>
              <a:srgbClr val="FCFB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94292" y="2057400"/>
            <a:ext cx="795528" cy="109728"/>
          </a:xfrm>
          <a:prstGeom prst="roundRect">
            <a:avLst>
              <a:gd name="adj" fmla="val 50000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237744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31352" y="2770632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Temukan peluangmu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31352" y="3172968"/>
            <a:ext cx="2121408" cy="429768"/>
          </a:xfrm>
          <a:prstGeom prst="roundRect">
            <a:avLst>
              <a:gd name="adj" fmla="val 38298"/>
            </a:avLst>
          </a:prstGeom>
          <a:solidFill>
            <a:srgbClr val="F0EEF9"/>
          </a:solidFill>
          <a:ln w="12700">
            <a:solidFill>
              <a:srgbClr val="F0EEF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9368" y="3300984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Cari posisi pekerjaan...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31352" y="3803904"/>
            <a:ext cx="2121408" cy="521208"/>
          </a:xfrm>
          <a:prstGeom prst="roundRect">
            <a:avLst>
              <a:gd name="adj" fmla="val 31579"/>
            </a:avLst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95944" y="393192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Lowongan untuk kamu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31352" y="4498848"/>
            <a:ext cx="2121408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59368" y="460857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31352" y="5038344"/>
            <a:ext cx="2121408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59368" y="5148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Operasional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31352" y="5577840"/>
            <a:ext cx="2121408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59368" y="568756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Developer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731520"/>
            <a:ext cx="3108960" cy="310896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5760720"/>
            <a:ext cx="2011680" cy="2011680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MODUL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Fitur Utama Aplikasi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41732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diidentifikasi dari resource dan struktur layar pada file APK.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3968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2002536"/>
            <a:ext cx="2688336" cy="3520440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203704"/>
            <a:ext cx="612648" cy="612648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313432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↪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1248" y="29352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 &amp; Daftar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3364992"/>
            <a:ext cx="224942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Halaman login dan pembuatan akun pengguna.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38144" y="2002536"/>
            <a:ext cx="2688336" cy="3520440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203704"/>
            <a:ext cx="612648" cy="612648"/>
          </a:xfrm>
          <a:prstGeom prst="ellipse">
            <a:avLst/>
          </a:prstGeom>
          <a:solidFill>
            <a:srgbClr val="E4F3FF"/>
          </a:solidFill>
          <a:ln w="12700">
            <a:solidFill>
              <a:srgbClr val="E4F3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2313432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0" y="29352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 Lowongan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7600" y="3364992"/>
            <a:ext cx="224942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 pencarian untuk menelusuri posisi kerja.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54496" y="2002536"/>
            <a:ext cx="2688336" cy="3520440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3952" y="2203704"/>
            <a:ext cx="612648" cy="612648"/>
          </a:xfrm>
          <a:prstGeom prst="ellipse">
            <a:avLst/>
          </a:prstGeom>
          <a:solidFill>
            <a:srgbClr val="FFECD9"/>
          </a:solidFill>
          <a:ln w="12700">
            <a:solidFill>
              <a:srgbClr val="FFEC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2313432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73952" y="29352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Kartu Pekerjaan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73952" y="3364992"/>
            <a:ext cx="224942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lowongan disajikan dalam format kartu.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70848" y="2002536"/>
            <a:ext cx="2487168" cy="352044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90304" y="2203704"/>
            <a:ext cx="612648" cy="612648"/>
          </a:xfrm>
          <a:prstGeom prst="ellipse">
            <a:avLst/>
          </a:prstGeom>
          <a:solidFill>
            <a:srgbClr val="DEF6E9"/>
          </a:solidFill>
          <a:ln w="12700">
            <a:solidFill>
              <a:srgbClr val="DEF6E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2313432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90304" y="2935224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Akun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90304" y="3364992"/>
            <a:ext cx="2048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Halaman profil untuk informasi pengguna.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731520"/>
            <a:ext cx="3108960" cy="310896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5760720"/>
            <a:ext cx="2011680" cy="2011680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AUTENTIKASI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dan Registrasi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41732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Pintu masuk pengguna dengan formulir yang ringkas.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3968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25880" y="1947672"/>
            <a:ext cx="2606040" cy="4151376"/>
          </a:xfrm>
          <a:prstGeom prst="roundRect">
            <a:avLst>
              <a:gd name="adj" fmla="val 12281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039112"/>
            <a:ext cx="2423160" cy="3968496"/>
          </a:xfrm>
          <a:prstGeom prst="roundRect">
            <a:avLst>
              <a:gd name="adj" fmla="val 10566"/>
            </a:avLst>
          </a:prstGeom>
          <a:solidFill>
            <a:srgbClr val="FCFBFF"/>
          </a:solidFill>
          <a:ln w="12700">
            <a:solidFill>
              <a:srgbClr val="FCFB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37994" y="2057400"/>
            <a:ext cx="781812" cy="109728"/>
          </a:xfrm>
          <a:prstGeom prst="roundRect">
            <a:avLst>
              <a:gd name="adj" fmla="val 50000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08860" y="2423160"/>
            <a:ext cx="640080" cy="64008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5164" y="26060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1056" y="3300984"/>
            <a:ext cx="2075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Selamat datang!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591056" y="3739896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 ke akun LokerKu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91056" y="4251960"/>
            <a:ext cx="2075688" cy="457200"/>
          </a:xfrm>
          <a:prstGeom prst="roundRect">
            <a:avLst>
              <a:gd name="adj" fmla="val 36000"/>
            </a:avLst>
          </a:prstGeom>
          <a:solidFill>
            <a:srgbClr val="F2F0FB"/>
          </a:solidFill>
          <a:ln w="12700">
            <a:solidFill>
              <a:srgbClr val="F2F0F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73936" y="4379976"/>
            <a:ext cx="1709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91056" y="4828032"/>
            <a:ext cx="2075688" cy="457200"/>
          </a:xfrm>
          <a:prstGeom prst="roundRect">
            <a:avLst>
              <a:gd name="adj" fmla="val 36000"/>
            </a:avLst>
          </a:prstGeom>
          <a:solidFill>
            <a:srgbClr val="F2F0FB"/>
          </a:solidFill>
          <a:ln w="12700">
            <a:solidFill>
              <a:srgbClr val="F2F0F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73936" y="4956048"/>
            <a:ext cx="1709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Kata sandi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91056" y="5541264"/>
            <a:ext cx="2075688" cy="457200"/>
          </a:xfrm>
          <a:prstGeom prst="roundRect">
            <a:avLst>
              <a:gd name="adj" fmla="val 36000"/>
            </a:avLst>
          </a:prstGeom>
          <a:solidFill>
            <a:srgbClr val="7263D9"/>
          </a:solidFill>
          <a:ln w="12700">
            <a:solidFill>
              <a:srgbClr val="7263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91056" y="5669280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64024" y="1947672"/>
            <a:ext cx="2606040" cy="4151376"/>
          </a:xfrm>
          <a:prstGeom prst="roundRect">
            <a:avLst>
              <a:gd name="adj" fmla="val 12281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55464" y="2039112"/>
            <a:ext cx="2423160" cy="3968496"/>
          </a:xfrm>
          <a:prstGeom prst="roundRect">
            <a:avLst>
              <a:gd name="adj" fmla="val 10566"/>
            </a:avLst>
          </a:prstGeom>
          <a:solidFill>
            <a:srgbClr val="FCFBFF"/>
          </a:solidFill>
          <a:ln w="12700">
            <a:solidFill>
              <a:srgbClr val="FCFB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76138" y="2057400"/>
            <a:ext cx="781812" cy="109728"/>
          </a:xfrm>
          <a:prstGeom prst="roundRect">
            <a:avLst>
              <a:gd name="adj" fmla="val 50000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404872"/>
            <a:ext cx="2075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Akun Baru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029200" y="3054096"/>
            <a:ext cx="2075688" cy="420624"/>
          </a:xfrm>
          <a:prstGeom prst="roundRect">
            <a:avLst>
              <a:gd name="adj" fmla="val 39130"/>
            </a:avLst>
          </a:prstGeom>
          <a:solidFill>
            <a:srgbClr val="F2F0FB"/>
          </a:solidFill>
          <a:ln w="12700">
            <a:solidFill>
              <a:srgbClr val="F2F0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3172968"/>
            <a:ext cx="1847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 lengkap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3621024"/>
            <a:ext cx="2075688" cy="420624"/>
          </a:xfrm>
          <a:prstGeom prst="roundRect">
            <a:avLst>
              <a:gd name="adj" fmla="val 39130"/>
            </a:avLst>
          </a:prstGeom>
          <a:solidFill>
            <a:srgbClr val="F2F0FB"/>
          </a:solidFill>
          <a:ln w="12700">
            <a:solidFill>
              <a:srgbClr val="F2F0F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7216" y="3739896"/>
            <a:ext cx="1847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4187952"/>
            <a:ext cx="2075688" cy="420624"/>
          </a:xfrm>
          <a:prstGeom prst="roundRect">
            <a:avLst>
              <a:gd name="adj" fmla="val 39130"/>
            </a:avLst>
          </a:prstGeom>
          <a:solidFill>
            <a:srgbClr val="F2F0FB"/>
          </a:solidFill>
          <a:ln w="12700">
            <a:solidFill>
              <a:srgbClr val="F2F0F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57216" y="4306824"/>
            <a:ext cx="1847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Kata sandi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4754880"/>
            <a:ext cx="2075688" cy="420624"/>
          </a:xfrm>
          <a:prstGeom prst="roundRect">
            <a:avLst>
              <a:gd name="adj" fmla="val 39130"/>
            </a:avLst>
          </a:prstGeom>
          <a:solidFill>
            <a:srgbClr val="F2F0FB"/>
          </a:solidFill>
          <a:ln w="12700">
            <a:solidFill>
              <a:srgbClr val="F2F0F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7216" y="4873752"/>
            <a:ext cx="1847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Konfirmasi sandi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5650992"/>
            <a:ext cx="2075688" cy="438912"/>
          </a:xfrm>
          <a:prstGeom prst="roundRect">
            <a:avLst>
              <a:gd name="adj" fmla="val 37500"/>
            </a:avLst>
          </a:prstGeom>
          <a:solidFill>
            <a:srgbClr val="7263D9"/>
          </a:solidFill>
          <a:ln w="12700">
            <a:solidFill>
              <a:srgbClr val="7263D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5769864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DAFTAR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57032" y="2304288"/>
            <a:ext cx="3200400" cy="3300984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58784" y="26243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AKUN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40496" y="3136392"/>
            <a:ext cx="2523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Membuka aplikasi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Login atau membuat akun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Mengakses halaman utama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Memperbarui informasi profil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731520"/>
            <a:ext cx="3108960" cy="310896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5760720"/>
            <a:ext cx="2011680" cy="2011680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HALAMAN UTAMA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Beranda dan Pencarian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41732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Ruang utama untuk mengeksplorasi informasi lowongan kerja.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3968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87552" y="1892808"/>
            <a:ext cx="2743200" cy="4261104"/>
          </a:xfrm>
          <a:prstGeom prst="roundRect">
            <a:avLst>
              <a:gd name="adj" fmla="val 11667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984248"/>
            <a:ext cx="2560320" cy="4078224"/>
          </a:xfrm>
          <a:prstGeom prst="roundRect">
            <a:avLst>
              <a:gd name="adj" fmla="val 10000"/>
            </a:avLst>
          </a:prstGeom>
          <a:solidFill>
            <a:srgbClr val="FCFBFF"/>
          </a:solidFill>
          <a:ln w="12700">
            <a:solidFill>
              <a:srgbClr val="FCFB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7672" y="2002536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232257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52728" y="2715768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Temukan peluangmu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52728" y="3118104"/>
            <a:ext cx="2212848" cy="429768"/>
          </a:xfrm>
          <a:prstGeom prst="roundRect">
            <a:avLst>
              <a:gd name="adj" fmla="val 38298"/>
            </a:avLst>
          </a:prstGeom>
          <a:solidFill>
            <a:srgbClr val="F0EEF9"/>
          </a:solidFill>
          <a:ln w="12700">
            <a:solidFill>
              <a:srgbClr val="F0EEF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0744" y="3246120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Cari posisi pekerjaan...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52728" y="3749040"/>
            <a:ext cx="2212848" cy="521208"/>
          </a:xfrm>
          <a:prstGeom prst="roundRect">
            <a:avLst>
              <a:gd name="adj" fmla="val 31579"/>
            </a:avLst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387705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Lowongan untuk kamu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52728" y="4443984"/>
            <a:ext cx="2212848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0744" y="455371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52728" y="4983480"/>
            <a:ext cx="2212848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0744" y="509320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Operasional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52728" y="5522976"/>
            <a:ext cx="2212848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0744" y="563270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112264"/>
            <a:ext cx="6656832" cy="1033272"/>
          </a:xfrm>
          <a:prstGeom prst="roundRect">
            <a:avLst>
              <a:gd name="adj" fmla="val 15929"/>
            </a:avLst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2677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Pencarian pekerjaan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56048" y="2624328"/>
            <a:ext cx="5925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Kolom pencarian mempermudah eksplorasi posisi yang dibutuhkan.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374136"/>
            <a:ext cx="6656832" cy="1033272"/>
          </a:xfrm>
          <a:prstGeom prst="roundRect">
            <a:avLst>
              <a:gd name="adj" fmla="val 15929"/>
            </a:avLst>
          </a:prstGeom>
          <a:solidFill>
            <a:srgbClr val="E4F3FF"/>
          </a:solidFill>
          <a:ln w="12700">
            <a:solidFill>
              <a:srgbClr val="E4F3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5295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Kartu lowongan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56048" y="3886200"/>
            <a:ext cx="5925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pekerjaan ditampilkan terstruktur agar cepat dipindai.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4636008"/>
            <a:ext cx="6656832" cy="1033272"/>
          </a:xfrm>
          <a:prstGeom prst="roundRect">
            <a:avLst>
              <a:gd name="adj" fmla="val 15929"/>
            </a:avLst>
          </a:prstGeom>
          <a:solidFill>
            <a:srgbClr val="DEF6E9"/>
          </a:solidFill>
          <a:ln w="12700">
            <a:solidFill>
              <a:srgbClr val="DEF6E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Navigasi yang jelas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956048" y="5148072"/>
            <a:ext cx="5925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Desain menekankan keterbacaan dan kemudahan penggunaan.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731520"/>
            <a:ext cx="3108960" cy="310896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5760720"/>
            <a:ext cx="2011680" cy="2011680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PROFIL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Halaman Profil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41732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 yang digunakan untuk menampilkan informasi akun pengguna.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3968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99032" y="1901952"/>
            <a:ext cx="2770632" cy="4215384"/>
          </a:xfrm>
          <a:prstGeom prst="roundRect">
            <a:avLst>
              <a:gd name="adj" fmla="val 11551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0472" y="1993392"/>
            <a:ext cx="2587752" cy="4032504"/>
          </a:xfrm>
          <a:prstGeom prst="roundRect">
            <a:avLst>
              <a:gd name="adj" fmla="val 9894"/>
            </a:avLst>
          </a:prstGeom>
          <a:solidFill>
            <a:srgbClr val="FCFBFF"/>
          </a:solidFill>
          <a:ln w="12700">
            <a:solidFill>
              <a:srgbClr val="FCFB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68753" y="2011680"/>
            <a:ext cx="831190" cy="109728"/>
          </a:xfrm>
          <a:prstGeom prst="roundRect">
            <a:avLst>
              <a:gd name="adj" fmla="val 50000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1156" y="2377440"/>
            <a:ext cx="786384" cy="786384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7188" y="2596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64208" y="33832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Pengguna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664208" y="3877056"/>
            <a:ext cx="2240280" cy="429768"/>
          </a:xfrm>
          <a:prstGeom prst="roundRect">
            <a:avLst>
              <a:gd name="adj" fmla="val 38298"/>
            </a:avLst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0512" y="4014216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akun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64208" y="4398264"/>
            <a:ext cx="2240280" cy="429768"/>
          </a:xfrm>
          <a:prstGeom prst="roundRect">
            <a:avLst>
              <a:gd name="adj" fmla="val 382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10512" y="4535424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 pengguna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64208" y="4919472"/>
            <a:ext cx="2240280" cy="429768"/>
          </a:xfrm>
          <a:prstGeom prst="roundRect">
            <a:avLst>
              <a:gd name="adj" fmla="val 38298"/>
            </a:avLst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5056632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Alamat email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64208" y="5440680"/>
            <a:ext cx="2240280" cy="429768"/>
          </a:xfrm>
          <a:prstGeom prst="roundRect">
            <a:avLst>
              <a:gd name="adj" fmla="val 382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0512" y="557784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Pengaturan akun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27448" y="2176272"/>
            <a:ext cx="672084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DESAIN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307238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mudah ditemukan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074920" y="3822192"/>
            <a:ext cx="56052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Halaman profil membantu pengguna mengenali data akun melalui susunan informasi yang ringkas dan konsisten dengan antarmuka aplikasi.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731520"/>
            <a:ext cx="3108960" cy="310896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5760720"/>
            <a:ext cx="2011680" cy="2011680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SISTEM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Penggunaan Aplikasi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41732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Gambaran perjalanan pengguna dari membuka aplikasi hingga menjelajahi lowongan.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3968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" y="2770632"/>
            <a:ext cx="2121408" cy="1435608"/>
          </a:xfrm>
          <a:prstGeom prst="roundRect">
            <a:avLst>
              <a:gd name="adj" fmla="val 11465"/>
            </a:avLst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9718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94360" y="3483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Splash Screen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78608" y="3172968"/>
            <a:ext cx="301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834640" y="2770632"/>
            <a:ext cx="2121408" cy="1435608"/>
          </a:xfrm>
          <a:prstGeom prst="roundRect">
            <a:avLst>
              <a:gd name="adj" fmla="val 11465"/>
            </a:avLst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29718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980944" y="3483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/ Daftar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65192" y="3172968"/>
            <a:ext cx="301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221224" y="2770632"/>
            <a:ext cx="2121408" cy="1435608"/>
          </a:xfrm>
          <a:prstGeom prst="roundRect">
            <a:avLst>
              <a:gd name="adj" fmla="val 11465"/>
            </a:avLst>
          </a:prstGeom>
          <a:solidFill>
            <a:srgbClr val="E4F3FF"/>
          </a:solidFill>
          <a:ln w="12700">
            <a:solidFill>
              <a:srgbClr val="E4F3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67528" y="29718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367528" y="3483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Beranda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51776" y="3172968"/>
            <a:ext cx="301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7607808" y="2770632"/>
            <a:ext cx="2121408" cy="1435608"/>
          </a:xfrm>
          <a:prstGeom prst="roundRect">
            <a:avLst>
              <a:gd name="adj" fmla="val 11465"/>
            </a:avLst>
          </a:prstGeom>
          <a:solidFill>
            <a:srgbClr val="DEF6E9"/>
          </a:solidFill>
          <a:ln w="12700">
            <a:solidFill>
              <a:srgbClr val="DEF6E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54112" y="29718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754112" y="3483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38360" y="3172968"/>
            <a:ext cx="301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994392" y="2770632"/>
            <a:ext cx="2121408" cy="1435608"/>
          </a:xfrm>
          <a:prstGeom prst="roundRect">
            <a:avLst>
              <a:gd name="adj" fmla="val 11465"/>
            </a:avLst>
          </a:prstGeom>
          <a:solidFill>
            <a:srgbClr val="FFECD9"/>
          </a:solidFill>
          <a:ln w="12700">
            <a:solidFill>
              <a:srgbClr val="FFECD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0696" y="29718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10140696" y="3483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73659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ini merupakan penyederhanaan navigasi berdasarkan halaman yang teridentifikasi di dalam APK.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731520"/>
            <a:ext cx="3108960" cy="310896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5760720"/>
            <a:ext cx="2011680" cy="2011680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TAMPILAN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Desain Antarmuka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41732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Ilustrasi visual yang merepresentasikan komponen aplikasi, bukan hasil tangkapan layar langsung.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3968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96696" y="1956816"/>
            <a:ext cx="2514600" cy="4078224"/>
          </a:xfrm>
          <a:prstGeom prst="roundRect">
            <a:avLst>
              <a:gd name="adj" fmla="val 12727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2048256"/>
            <a:ext cx="2331720" cy="3895344"/>
          </a:xfrm>
          <a:prstGeom prst="roundRect">
            <a:avLst>
              <a:gd name="adj" fmla="val 10980"/>
            </a:avLst>
          </a:prstGeom>
          <a:solidFill>
            <a:srgbClr val="FCFBFF"/>
          </a:solidFill>
          <a:ln w="12700">
            <a:solidFill>
              <a:srgbClr val="FCFB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6806" y="2066544"/>
            <a:ext cx="754380" cy="109728"/>
          </a:xfrm>
          <a:prstGeom prst="roundRect">
            <a:avLst>
              <a:gd name="adj" fmla="val 50000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3956" y="2432304"/>
            <a:ext cx="640080" cy="64008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0260" y="2615184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3310128"/>
            <a:ext cx="1984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Selamat datang!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61872" y="374904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 ke akun LokerKu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61872" y="4261104"/>
            <a:ext cx="1984248" cy="457200"/>
          </a:xfrm>
          <a:prstGeom prst="roundRect">
            <a:avLst>
              <a:gd name="adj" fmla="val 36000"/>
            </a:avLst>
          </a:prstGeom>
          <a:solidFill>
            <a:srgbClr val="F2F0FB"/>
          </a:solidFill>
          <a:ln w="12700">
            <a:solidFill>
              <a:srgbClr val="F2F0F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4752" y="4389120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61872" y="4837176"/>
            <a:ext cx="1984248" cy="457200"/>
          </a:xfrm>
          <a:prstGeom prst="roundRect">
            <a:avLst>
              <a:gd name="adj" fmla="val 36000"/>
            </a:avLst>
          </a:prstGeom>
          <a:solidFill>
            <a:srgbClr val="F2F0FB"/>
          </a:solidFill>
          <a:ln w="12700">
            <a:solidFill>
              <a:srgbClr val="F2F0F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4752" y="4965192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Kata sandi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61872" y="5550408"/>
            <a:ext cx="1984248" cy="457200"/>
          </a:xfrm>
          <a:prstGeom prst="roundRect">
            <a:avLst>
              <a:gd name="adj" fmla="val 36000"/>
            </a:avLst>
          </a:prstGeom>
          <a:solidFill>
            <a:srgbClr val="7263D9"/>
          </a:solidFill>
          <a:ln w="12700">
            <a:solidFill>
              <a:srgbClr val="7263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5678424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90288" y="1956816"/>
            <a:ext cx="2514600" cy="4078224"/>
          </a:xfrm>
          <a:prstGeom prst="roundRect">
            <a:avLst>
              <a:gd name="adj" fmla="val 12727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2048256"/>
            <a:ext cx="2331720" cy="3895344"/>
          </a:xfrm>
          <a:prstGeom prst="roundRect">
            <a:avLst>
              <a:gd name="adj" fmla="val 10980"/>
            </a:avLst>
          </a:prstGeom>
          <a:solidFill>
            <a:srgbClr val="FCFBFF"/>
          </a:solidFill>
          <a:ln w="12700">
            <a:solidFill>
              <a:srgbClr val="FCFB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70398" y="2066544"/>
            <a:ext cx="754380" cy="109728"/>
          </a:xfrm>
          <a:prstGeom prst="roundRect">
            <a:avLst>
              <a:gd name="adj" fmla="val 50000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2386584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55464" y="2779776"/>
            <a:ext cx="1984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Temukan peluangmu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55464" y="3182112"/>
            <a:ext cx="1984248" cy="429768"/>
          </a:xfrm>
          <a:prstGeom prst="roundRect">
            <a:avLst>
              <a:gd name="adj" fmla="val 38298"/>
            </a:avLst>
          </a:prstGeom>
          <a:solidFill>
            <a:srgbClr val="F0EEF9"/>
          </a:solidFill>
          <a:ln w="12700">
            <a:solidFill>
              <a:srgbClr val="F0EEF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31012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Cari posisi pekerjaan...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55464" y="3813048"/>
            <a:ext cx="1984248" cy="521208"/>
          </a:xfrm>
          <a:prstGeom prst="roundRect">
            <a:avLst>
              <a:gd name="adj" fmla="val 31579"/>
            </a:avLst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0056" y="3941064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Lowongan untuk kamu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55464" y="4507992"/>
            <a:ext cx="1984248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61772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55464" y="5047488"/>
            <a:ext cx="1984248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515721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Operasional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55464" y="5586984"/>
            <a:ext cx="1984248" cy="448056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5696712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11312" y="1956816"/>
            <a:ext cx="2514600" cy="4078224"/>
          </a:xfrm>
          <a:prstGeom prst="roundRect">
            <a:avLst>
              <a:gd name="adj" fmla="val 12727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02752" y="2048256"/>
            <a:ext cx="2331720" cy="3895344"/>
          </a:xfrm>
          <a:prstGeom prst="roundRect">
            <a:avLst>
              <a:gd name="adj" fmla="val 10980"/>
            </a:avLst>
          </a:prstGeom>
          <a:solidFill>
            <a:srgbClr val="FCFBFF"/>
          </a:solidFill>
          <a:ln w="12700">
            <a:solidFill>
              <a:srgbClr val="FCF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91422" y="2066544"/>
            <a:ext cx="754380" cy="109728"/>
          </a:xfrm>
          <a:prstGeom prst="roundRect">
            <a:avLst>
              <a:gd name="adj" fmla="val 50000"/>
            </a:avLst>
          </a:prstGeom>
          <a:solidFill>
            <a:srgbClr val="29324B"/>
          </a:solidFill>
          <a:ln w="12700">
            <a:solidFill>
              <a:srgbClr val="29324B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75420" y="2432304"/>
            <a:ext cx="786384" cy="786384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31452" y="2651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476488" y="3438144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Pengguna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476488" y="3931920"/>
            <a:ext cx="1984248" cy="429768"/>
          </a:xfrm>
          <a:prstGeom prst="roundRect">
            <a:avLst>
              <a:gd name="adj" fmla="val 38298"/>
            </a:avLst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22792" y="4069080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akun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76488" y="4453128"/>
            <a:ext cx="1984248" cy="429768"/>
          </a:xfrm>
          <a:prstGeom prst="roundRect">
            <a:avLst>
              <a:gd name="adj" fmla="val 382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22792" y="4590288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 pengguna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76488" y="4974336"/>
            <a:ext cx="1984248" cy="429768"/>
          </a:xfrm>
          <a:prstGeom prst="roundRect">
            <a:avLst>
              <a:gd name="adj" fmla="val 38298"/>
            </a:avLst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22792" y="5111496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Alamat email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76488" y="5495544"/>
            <a:ext cx="1984248" cy="429768"/>
          </a:xfrm>
          <a:prstGeom prst="roundRect">
            <a:avLst>
              <a:gd name="adj" fmla="val 382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22792" y="563270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Pengaturan akun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70432" y="61722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754880" y="61722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Beranda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66760" y="61722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731520"/>
            <a:ext cx="3108960" cy="3108960"/>
          </a:xfrm>
          <a:prstGeom prst="ellipse">
            <a:avLst/>
          </a:prstGeom>
          <a:solidFill>
            <a:srgbClr val="E9E3FF"/>
          </a:solidFill>
          <a:ln w="12700">
            <a:solidFill>
              <a:srgbClr val="E9E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5760720"/>
            <a:ext cx="2011680" cy="2011680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EVALUASI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Pengembangan Berikutnya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41732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Peluang peningkatan produk yang dapat direncanakan pada versi selanjutnya.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3968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21408"/>
            <a:ext cx="3493008" cy="3328416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322576"/>
            <a:ext cx="612648" cy="612648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32304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7824" y="305409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Lowongan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77824" y="3483864"/>
            <a:ext cx="305409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Menyimpan pekerjaan yang ingin ditinjau kembali.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2544" y="2121408"/>
            <a:ext cx="3493008" cy="3328416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322576"/>
            <a:ext cx="612648" cy="612648"/>
          </a:xfrm>
          <a:prstGeom prst="ellipse">
            <a:avLst/>
          </a:prstGeom>
          <a:solidFill>
            <a:srgbClr val="E4F3FF"/>
          </a:solidFill>
          <a:ln w="12700">
            <a:solidFill>
              <a:srgbClr val="E4F3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2432304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⚑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305409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Terperinci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0" y="3483864"/>
            <a:ext cx="305409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Penyaringan berdasarkan lokasi, kategori, dan jenis pekerjaan.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2121408"/>
            <a:ext cx="3493008" cy="3328416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66176" y="2322576"/>
            <a:ext cx="612648" cy="612648"/>
          </a:xfrm>
          <a:prstGeom prst="ellipse">
            <a:avLst/>
          </a:prstGeom>
          <a:solidFill>
            <a:srgbClr val="DEF6E9"/>
          </a:solidFill>
          <a:ln w="12700">
            <a:solidFill>
              <a:srgbClr val="DEF6E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2432304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66176" y="305409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Proses Melamar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66176" y="3483864"/>
            <a:ext cx="305409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Integrasi alur pengajuan lamaran dan pemantauan status.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" y="58338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Catatan: poin di atas adalah usulan pengembangan, bukan klaim fitur aktif dalam APK.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-1051560"/>
            <a:ext cx="4937760" cy="4937760"/>
          </a:xfrm>
          <a:prstGeom prst="ellipse">
            <a:avLst/>
          </a:prstGeom>
          <a:solidFill>
            <a:srgbClr val="FFE4ED"/>
          </a:solidFill>
          <a:ln w="12700">
            <a:solidFill>
              <a:srgbClr val="FFE4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85216" y="5394960"/>
            <a:ext cx="2331720" cy="2331720"/>
          </a:xfrm>
          <a:prstGeom prst="ellipse">
            <a:avLst/>
          </a:prstGeom>
          <a:solidFill>
            <a:srgbClr val="DEF6E9"/>
          </a:solidFill>
          <a:ln w="12700">
            <a:solidFill>
              <a:srgbClr val="DEF6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768096"/>
            <a:ext cx="1572768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412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KESIMPULAN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" y="1527048"/>
            <a:ext cx="8229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LOKERKU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267004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Mencari peluang kerja,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lebih sederhana.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777240" y="483717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Presentasi aplikasi Android berdasarkan paket APK yang diberikan.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384" y="593445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72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TERIMA KASIH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LOKERKU - Presentasi Aplikasi Lowongan Kerja</dc:title>
  <dc:subject>Presentasi aplikasi lowongan kerja</dc:subject>
  <dc:creator>OpenAI</dc:creator>
  <cp:lastModifiedBy>OpenAI</cp:lastModifiedBy>
  <cp:revision>1</cp:revision>
  <dcterms:created xsi:type="dcterms:W3CDTF">2026-10-20T13:35:23Z</dcterms:created>
  <dcterms:modified xsi:type="dcterms:W3CDTF">2026-10-20T13:35:23Z</dcterms:modified>
</cp:coreProperties>
</file>